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-82" y="-1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DA6298-C819-42AC-B8BA-EEA1914EE2E1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F39080-AB57-4B3A-8400-19484A3A0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927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1C"/>
                </a:solidFill>
              </a:rPr>
              <a:t>ChalChitra - Project Evaluation</a:t>
            </a: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C000"/>
                </a:solidFill>
              </a:rPr>
              <a:t>ChalChitra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A Modern Movie &amp; Trailer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28303" y="4693096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 smtClean="0">
                <a:solidFill>
                  <a:srgbClr val="CCCCCC"/>
                </a:solidFill>
                <a:latin typeface="Book Antiqua" panose="02040602050305030304" pitchFamily="18" charset="0"/>
              </a:rPr>
              <a:t>Ranjna Ray</a:t>
            </a:r>
          </a:p>
          <a:p>
            <a:pPr marL="0" indent="0" algn="ctr">
              <a:buNone/>
            </a:pPr>
            <a:r>
              <a:rPr lang="en-US" sz="1800" b="1" dirty="0" smtClean="0">
                <a:solidFill>
                  <a:srgbClr val="CCCCCC"/>
                </a:solidFill>
                <a:latin typeface="Book Antiqua" panose="02040602050305030304" pitchFamily="18" charset="0"/>
              </a:rPr>
              <a:t>241FA04536 </a:t>
            </a:r>
            <a:endParaRPr lang="en-US" sz="1800" b="1" dirty="0">
              <a:latin typeface="Book Antiqua" panose="0204060205030503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-4559643" y="3333853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C000"/>
                </a:solidFill>
              </a:rPr>
              <a:t>Technologies: HTML5, CSS3, Vanilla JS, JSON Server, Axios</a:t>
            </a:r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4" y="637403"/>
            <a:ext cx="6759146" cy="45060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C000"/>
                </a:solidFill>
              </a:rPr>
              <a:t>About the Project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800" b="1" dirty="0">
                <a:solidFill>
                  <a:srgbClr val="FFFFFF"/>
                </a:solidFill>
              </a:rPr>
              <a:t>Introduction: </a:t>
            </a:r>
            <a:r>
              <a:rPr lang="en-US" sz="1800" dirty="0">
                <a:solidFill>
                  <a:srgbClr val="CCCCCC"/>
                </a:solidFill>
              </a:rPr>
              <a:t>ChalChitra is a dynamic web application for browsing movies, trailers, and web series</a:t>
            </a:r>
            <a:r>
              <a:rPr lang="en-US" sz="1800" dirty="0" smtClean="0">
                <a:solidFill>
                  <a:srgbClr val="CCCCCC"/>
                </a:solidFill>
              </a:rPr>
              <a:t>.</a:t>
            </a:r>
          </a:p>
          <a:p>
            <a:pPr>
              <a:buSzPct val="100000"/>
            </a:pPr>
            <a:r>
              <a:rPr lang="en-US" sz="1800" dirty="0">
                <a:solidFill>
                  <a:srgbClr val="CCCCCC"/>
                </a:solidFill>
              </a:rPr>
              <a:t>
</a:t>
            </a:r>
            <a:r>
              <a:rPr lang="en-US" sz="1800" b="1" dirty="0" smtClean="0">
                <a:solidFill>
                  <a:srgbClr val="FFFFFF"/>
                </a:solidFill>
              </a:rPr>
              <a:t>Problem </a:t>
            </a:r>
            <a:r>
              <a:rPr lang="en-US" sz="1800" b="1" dirty="0">
                <a:solidFill>
                  <a:srgbClr val="FFFFFF"/>
                </a:solidFill>
              </a:rPr>
              <a:t>Statement: </a:t>
            </a:r>
            <a:r>
              <a:rPr lang="en-US" dirty="0" smtClean="0">
                <a:solidFill>
                  <a:srgbClr val="CCCCCC"/>
                </a:solidFill>
              </a:rPr>
              <a:t>Movie Management  System</a:t>
            </a:r>
            <a:r>
              <a:rPr lang="en-US" sz="1800" dirty="0" smtClean="0">
                <a:solidFill>
                  <a:srgbClr val="CCCCCC"/>
                </a:solidFill>
              </a:rPr>
              <a:t>.</a:t>
            </a:r>
            <a:r>
              <a:rPr lang="en-US" sz="1800" dirty="0">
                <a:solidFill>
                  <a:srgbClr val="CCCCCC"/>
                </a:solidFill>
              </a:rPr>
              <a:t>
</a:t>
            </a:r>
            <a:r>
              <a:rPr lang="en-US" sz="1800" b="1" dirty="0">
                <a:solidFill>
                  <a:srgbClr val="FFFFFF"/>
                </a:solidFill>
              </a:rPr>
              <a:t>Objective: </a:t>
            </a:r>
            <a:r>
              <a:rPr lang="en-US" sz="1800" dirty="0">
                <a:solidFill>
                  <a:srgbClr val="CCCCCC"/>
                </a:solidFill>
              </a:rPr>
              <a:t>To build a responsive, multi-lingual interface separating DOM logic from API services.
</a:t>
            </a:r>
            <a:r>
              <a:rPr lang="en-US" sz="1800" b="1" dirty="0">
                <a:solidFill>
                  <a:srgbClr val="FFFFFF"/>
                </a:solidFill>
              </a:rPr>
              <a:t>Key Features: </a:t>
            </a:r>
            <a:r>
              <a:rPr lang="en-US" sz="1800" dirty="0">
                <a:solidFill>
                  <a:srgbClr val="CCCCCC"/>
                </a:solidFill>
              </a:rPr>
              <a:t>Multi-lingual (EN, HI, TE), Watchlists, YouTube Trailer Embeds, Admin CRUD Panel.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01076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C000"/>
                </a:solidFill>
              </a:rPr>
              <a:t>Project Flow &amp;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34778" y="1618735"/>
            <a:ext cx="2286000" cy="9144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1. Frontend UI (HTML/CSS)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641874" y="1655805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337560" y="1668162"/>
            <a:ext cx="2286000" cy="9144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2. Service Layer (JS/Axios)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12618" y="1692875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39196" y="1692875"/>
            <a:ext cx="1828800" cy="9144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3. JSON Server (db.json)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CCCCC"/>
                </a:solidFill>
              </a:rPr>
              <a:t>Data Flow (</a:t>
            </a:r>
            <a:r>
              <a:rPr lang="en-US" sz="1800" dirty="0" smtClean="0">
                <a:solidFill>
                  <a:srgbClr val="CCCCCC"/>
                </a:solidFill>
              </a:rPr>
              <a:t>DFD):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CCCCC"/>
                </a:solidFill>
              </a:rPr>
              <a:t>User actions trigger DOM events -&gt; Services make REST API calls (GET/POST) -&gt; JSON Server updates db.json -&gt; UI re-renders synchronously.</a:t>
            </a:r>
            <a:endParaRPr lang="en-US" sz="1800" dirty="0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2828460" y="2075935"/>
            <a:ext cx="269377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5813854" y="2150075"/>
            <a:ext cx="40777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24644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C000"/>
                </a:solidFill>
              </a:rPr>
              <a:t>Modules &amp;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96562" y="3057062"/>
            <a:ext cx="8229600" cy="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User </a:t>
            </a:r>
            <a:r>
              <a:rPr lang="en-US" sz="1800" b="1" dirty="0" smtClean="0">
                <a:solidFill>
                  <a:srgbClr val="FFFFFF"/>
                </a:solidFill>
              </a:rPr>
              <a:t>Module:</a:t>
            </a:r>
          </a:p>
          <a:p>
            <a:pPr marL="342900" indent="-342900">
              <a:buSzPct val="100000"/>
              <a:buChar char="•"/>
            </a:pPr>
            <a:r>
              <a:rPr lang="en-US" sz="1800" dirty="0" smtClean="0">
                <a:solidFill>
                  <a:srgbClr val="CCCCCC"/>
                </a:solidFill>
              </a:rPr>
              <a:t>Browse </a:t>
            </a:r>
            <a:r>
              <a:rPr lang="en-US" sz="1800" dirty="0">
                <a:solidFill>
                  <a:srgbClr val="CCCCCC"/>
                </a:solidFill>
              </a:rPr>
              <a:t>movies, filter by genre, add to favorites/watchlist, toggle languages (EN/HI/TE).
</a:t>
            </a:r>
            <a:r>
              <a:rPr lang="en-US" sz="1800" b="1" dirty="0">
                <a:solidFill>
                  <a:srgbClr val="FFFFFF"/>
                </a:solidFill>
              </a:rPr>
              <a:t>Admin Module:
</a:t>
            </a:r>
            <a:r>
              <a:rPr lang="en-US" sz="1800" dirty="0">
                <a:solidFill>
                  <a:srgbClr val="CCCCCC"/>
                </a:solidFill>
              </a:rPr>
              <a:t>Secure login, add new movies, edit existing movie details, and delete records.
</a:t>
            </a:r>
            <a:r>
              <a:rPr lang="en-US" sz="1800" b="1" dirty="0">
                <a:solidFill>
                  <a:srgbClr val="FFFFFF"/>
                </a:solidFill>
              </a:rPr>
              <a:t>Services &amp; Exception </a:t>
            </a:r>
            <a:r>
              <a:rPr lang="en-US" sz="1800" b="1" dirty="0" smtClean="0">
                <a:solidFill>
                  <a:srgbClr val="FFFFFF"/>
                </a:solidFill>
              </a:rPr>
              <a:t>Module:</a:t>
            </a:r>
          </a:p>
          <a:p>
            <a:pPr marL="342900" indent="-342900">
              <a:buSzPct val="100000"/>
              <a:buChar char="•"/>
            </a:pPr>
            <a:r>
              <a:rPr lang="en-US" sz="1800" dirty="0" smtClean="0">
                <a:solidFill>
                  <a:srgbClr val="CCCCCC"/>
                </a:solidFill>
              </a:rPr>
              <a:t>API </a:t>
            </a:r>
            <a:r>
              <a:rPr lang="en-US" sz="1800" dirty="0">
                <a:solidFill>
                  <a:srgbClr val="CCCCCC"/>
                </a:solidFill>
              </a:rPr>
              <a:t>calls isolated in movieService.js. Network errors gracefully caught in apiException.js.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7838" y="1028082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C000"/>
                </a:solidFill>
              </a:rPr>
              <a:t>Key Code Logic (Exception Handling)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926080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exception/apiException.js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handleApiError(error, defaultMessage = "Error")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message = defaultMessage;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(error.response &amp;&amp; error.response.data &amp;&amp; error.response.data.message)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 = error.response.data.message;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if (error.message)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 = error.message;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alert("Error: " + message);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ApiException(message, error.response?.status, error);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480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C000"/>
                </a:solidFill>
              </a:rPr>
              <a:t>Highlights our custom error interception mechanism for robust API calls.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2796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C000"/>
                </a:solidFill>
              </a:rPr>
              <a:t>Application Output</a:t>
            </a:r>
            <a:endParaRPr lang="en-US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74" y="1874466"/>
            <a:ext cx="4272362" cy="229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5598" y="1874466"/>
            <a:ext cx="4001187" cy="2234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08176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C000"/>
                </a:solidFill>
              </a:rPr>
              <a:t>Challenges &amp; Learnings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04800" y="3011424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Challenge: </a:t>
            </a:r>
            <a:r>
              <a:rPr lang="en-US" sz="1800" dirty="0">
                <a:solidFill>
                  <a:srgbClr val="CCCCCC"/>
                </a:solidFill>
              </a:rPr>
              <a:t>Cross-Origin Resource Sharing (CORS) blocked ES Modules natively over file:/// protocols.
</a:t>
            </a:r>
            <a:r>
              <a:rPr lang="en-US" sz="1800" b="1" dirty="0">
                <a:solidFill>
                  <a:srgbClr val="FFC000"/>
                </a:solidFill>
              </a:rPr>
              <a:t>Solution: </a:t>
            </a:r>
            <a:r>
              <a:rPr lang="en-US" sz="1800" dirty="0">
                <a:solidFill>
                  <a:srgbClr val="CCCCCC"/>
                </a:solidFill>
              </a:rPr>
              <a:t>Refactored to load decoupled scripts sequentially, keeping separation of concerns without module blocking</a:t>
            </a:r>
            <a:r>
              <a:rPr lang="en-US" sz="1800" dirty="0" smtClean="0">
                <a:solidFill>
                  <a:srgbClr val="CCCCCC"/>
                </a:solidFill>
              </a:rPr>
              <a:t>.</a:t>
            </a:r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CCCCCC"/>
                </a:solidFill>
              </a:rPr>
              <a:t>
</a:t>
            </a:r>
            <a:r>
              <a:rPr lang="en-US" sz="1800" b="1" dirty="0">
                <a:solidFill>
                  <a:srgbClr val="FFFFFF"/>
                </a:solidFill>
              </a:rPr>
              <a:t>Challenge: </a:t>
            </a:r>
            <a:r>
              <a:rPr lang="en-US" sz="1800" dirty="0">
                <a:solidFill>
                  <a:srgbClr val="CCCCCC"/>
                </a:solidFill>
              </a:rPr>
              <a:t>Managing global variables and state (like currentUser) without a framework.
</a:t>
            </a:r>
            <a:r>
              <a:rPr lang="en-US" sz="1800" b="1" dirty="0">
                <a:solidFill>
                  <a:srgbClr val="FFC000"/>
                </a:solidFill>
              </a:rPr>
              <a:t>Learning: </a:t>
            </a:r>
            <a:r>
              <a:rPr lang="en-US" sz="1800" dirty="0">
                <a:solidFill>
                  <a:srgbClr val="CCCCCC"/>
                </a:solidFill>
              </a:rPr>
              <a:t>Gained deep knowledge of DOM manipulation, asynchronous JS (async/await), and HTTP concepts.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C000"/>
                </a:solidFill>
              </a:rPr>
              <a:t>Thank You!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CCCCC"/>
                </a:solidFill>
              </a:rPr>
              <a:t>We are ready to showcase the live project and codebase.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250</Words>
  <Application>Microsoft Office PowerPoint</Application>
  <PresentationFormat>On-screen Show (16:9)</PresentationFormat>
  <Paragraphs>45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Ranjna</cp:lastModifiedBy>
  <cp:revision>3</cp:revision>
  <dcterms:created xsi:type="dcterms:W3CDTF">2026-09-23T23:54:21Z</dcterms:created>
  <dcterms:modified xsi:type="dcterms:W3CDTF">2026-09-24T00:17:39Z</dcterms:modified>
</cp:coreProperties>
</file>